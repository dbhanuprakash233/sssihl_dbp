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libri"/>
              </a:rPr>
              <a:t>Part-of-speech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5AA9C7"/>
              </a:solidFill>
              <a:effectLst/>
            </c:spPr>
          </c:dPt>
          <c:dPt>
            <c:idx val="3"/>
            <c:bubble3D val="0"/>
            <c:spPr>
              <a:solidFill>
                <a:srgbClr val="A6C9D9"/>
              </a:solidFill>
              <a:effectLst/>
            </c:spPr>
          </c:dPt>
          <c:dPt>
            <c:idx val="4"/>
            <c:bubble3D val="0"/>
            <c:spPr>
              <a:solidFill>
                <a:srgbClr val="21295C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Verbs</c:v>
                </c:pt>
                <c:pt idx="1">
                  <c:v>Nouns</c:v>
                </c:pt>
                <c:pt idx="2">
                  <c:v>Adjectives</c:v>
                </c:pt>
                <c:pt idx="3">
                  <c:v>Pronouns</c:v>
                </c:pt>
                <c:pt idx="4">
                  <c:v>Adverbs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SYNTACTIC PROFILE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grammar to data: how syntax becomes a feature in data science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 •  One-page topic, expanded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syntactic profile?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numeric summary of how a text is built grammatically — word types, sentence structure, and how words connect.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23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types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Nouns, verbs, adjectives, pronouns, adverbs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1945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423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structure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3063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clause count, simple vs. complex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1945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E8F1F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23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3063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object, modifier — dependency trees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21945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E8F1F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2423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metrics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0" y="3063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scores, vocabulary diversity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nutrition label for text — structural facts, not meaning.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Terms worth knowing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words that come up constantly in this space — in plain English.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4767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404872"/>
            <a:ext cx="22311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speech — the grammatical role of a word: noun, verb, adjective, and so 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28416" y="178308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194767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93008" y="2404872"/>
            <a:ext cx="22311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— the branch of AI that lets computers read and analyze human language.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08192" y="178308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72784" y="194767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72784" y="2404872"/>
            <a:ext cx="22311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sentence into individual pieces (words, punctuation) called tokens — the first step before any analysis.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87968" y="178308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94767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parsing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0" y="2404872"/>
            <a:ext cx="22311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how words in a sentence grammatically connect — which word is the subject, which is the object, and so 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14223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4599432"/>
            <a:ext cx="22311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collection of text (plural: corpora) used to train or test a language model.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28416" y="397764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493008" y="414223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93008" y="4599432"/>
            <a:ext cx="22311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analyzing writing style — sentence length, word choice — to identify or compare authors.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08192" y="397764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72784" y="414223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72784" y="4599432"/>
            <a:ext cx="22311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raw, messy data (like text) into clean numeric inputs a model can actually learn from.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87968" y="397764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052560" y="414223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52560" y="4599432"/>
            <a:ext cx="22311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Python library that automatically tokenizes text and tags each word's part of speech.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fits in data science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unstructured data. Before you can chart, cluster, or model it, you need to turn it into numbers — syntax is one of the richest sources of those numbers.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6112" y="22860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423160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sentences and paragraphs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70632" y="27432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26664" y="22860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8F1F5"/>
          </a:solidFill>
          <a:ln/>
        </p:spPr>
      </p:sp>
      <p:sp>
        <p:nvSpPr>
          <p:cNvPr id="9" name="Text 7"/>
          <p:cNvSpPr/>
          <p:nvPr/>
        </p:nvSpPr>
        <p:spPr>
          <a:xfrm>
            <a:off x="3136392" y="2423160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36392" y="278892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/ NLTK extracts POS tags &amp; dependency trees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01184" y="27432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57216" y="22860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8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5266944" y="2423160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66944" y="278892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ratios, sentence-length stats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31736" y="27432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87768" y="22860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8F1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97496" y="2423160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97496" y="278892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builds a feature table across documents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62288" y="27432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18320" y="22860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8F1F5"/>
          </a:solidFill>
          <a:ln/>
        </p:spPr>
      </p:sp>
      <p:sp>
        <p:nvSpPr>
          <p:cNvPr id="21" name="Text 19"/>
          <p:cNvSpPr/>
          <p:nvPr/>
        </p:nvSpPr>
        <p:spPr>
          <a:xfrm>
            <a:off x="9528048" y="2423160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/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28048" y="278892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dashboards, or input to ML models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 — parse → extract → aggregate → visualize — is standard NLP feature engineering.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used — real-world cases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4173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82880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 &amp; forensics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13055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 has a syntactic 'fingerprint' — used to detect plagiarism or verify disputed authorship.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498848" y="14173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98848" y="182880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grading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98848" y="213055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 and edtech grade reading levels for books, legal, and medical text (Flesch-Kincaid, Lexile).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2344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47888" y="14173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82880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7888" y="213055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text often has unusually uniform sentence rhythm — a detectable syntactic signal.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30632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347472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checkers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77647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Grammarly build dependency trees to catch subject-verb errors and awkward phrasing.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28803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498848" y="30632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498848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98848" y="347472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 engineering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98848" y="377647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ratios and complexity scores feed into spam and sentiment classification models.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28803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247888" y="30632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247888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47888" y="347472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Stylometry research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47888" y="377647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Linguists compare syntax across authors, genres, or decades to study how writing evolves.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code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spaCy — the industry-standard NLP library — to auto-extract a syntactic profile: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424160" cy="3520440"/>
          </a:xfrm>
          <a:prstGeom prst="roundRect">
            <a:avLst>
              <a:gd name="adj" fmla="val 2078"/>
            </a:avLst>
          </a:prstGeom>
          <a:solidFill>
            <a:srgbClr val="1620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spacy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3454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4602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 = spacy.load("en_core_web_sm")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"The quick brown fox jumps over the lazy dog."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575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nlp(text)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6898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POS tags automatically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pos_counts = Counter(token.pos_ for token in doc)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68046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print(pos_counts)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8862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Counter({'DET': 2, 'NOUN': 2, 'VERB': 1, 'ADJ': 2, ...})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09194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Sentence-level stats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50342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sent in doc.sents: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print(sent.text, "-&gt; length:", len(sent))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285232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numeric feature table — ready to aggregate, chart, or feed into a model.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profiling a paragraph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E8F1F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quick brown fox jumps over the lazy dog. She was chased by the fox while the dog barked loudly. They ran through the forest because it was getting dark.”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Word-type counts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5394960" cy="237744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Adjectives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Pronouns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6309360" y="1143000"/>
          <a:ext cx="5303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669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Verb-heavy (35%) — a sign of action-driven, narrative writing.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9784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syntactic profile turns grammar into numbers, and numbers into charts and models.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foundational feature-engineering step that bridges raw text and real data science — used in plagiarism detection, readability tools, AI-text detection, and NLP pipelines.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2026-08-11T06:18:40Z</dcterms:created>
  <dcterms:modified xsi:type="dcterms:W3CDTF">2026-08-11T06:18:40Z</dcterms:modified>
</cp:coreProperties>
</file>