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theme/themeOverride1.xml" ContentType="application/vnd.openxmlformats-officedocument.themeOverride+xml"/>
  <Override PartName="/ppt/notesSlides/notesSlide1.xml" ContentType="application/vnd.openxmlformats-officedocument.presentationml.notesSlide+xml"/>
  <Override PartName="/ppt/theme/themeOverride2.xml" ContentType="application/vnd.openxmlformats-officedocument.themeOverr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4"/>
  </p:sldMasterIdLst>
  <p:notesMasterIdLst>
    <p:notesMasterId r:id="rId14"/>
  </p:notesMasterIdLst>
  <p:sldIdLst>
    <p:sldId id="298" r:id="rId5"/>
    <p:sldId id="300" r:id="rId6"/>
    <p:sldId id="301" r:id="rId7"/>
    <p:sldId id="307" r:id="rId8"/>
    <p:sldId id="308" r:id="rId9"/>
    <p:sldId id="304" r:id="rId10"/>
    <p:sldId id="305" r:id="rId11"/>
    <p:sldId id="306" r:id="rId12"/>
    <p:sldId id="303" r:id="rId1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 autoAdjust="0"/>
  </p:normalViewPr>
  <p:slideViewPr>
    <p:cSldViewPr snapToGrid="0">
      <p:cViewPr varScale="1">
        <p:scale>
          <a:sx n="84" d="100"/>
          <a:sy n="84" d="100"/>
        </p:scale>
        <p:origin x="658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-346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tableStyles" Target="tableStyle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viewProps" Target="viewProp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presProps" Target="pres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DE70A46-B00B-4A79-9470-337AB809E175}" type="datetimeFigureOut">
              <a:rPr lang="en-IN" smtClean="0"/>
              <a:t>11-08-2026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E7B142F-9874-4EE4-BED5-1ABAD29688A0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869728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B142F-9874-4EE4-BED5-1ABAD29688A0}" type="slidenum">
              <a:rPr lang="en-IN" smtClean="0"/>
              <a:t>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774418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E7B142F-9874-4EE4-BED5-1ABAD29688A0}" type="slidenum">
              <a:rPr lang="en-IN" smtClean="0"/>
              <a:t>2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4557084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84DA70-C731-4C70-880D-CCD4705E623C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2343750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E1D723-8F53-4F53-90B0-1982A396982E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5404659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7669AF7-7BEB-44E4-9852-375E34362B5B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278354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AAAC38D-0552-4C82-B593-E6124DFADBE2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8359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9DF0F1C-5577-4ACB-BB62-DF8F3C494C7E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6392572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775B394-D9F9-4F0C-B15D-605F45CB9E9F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6854339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9667345-2558-425A-8533-9BFDBCE15005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3937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anchor="b">
            <a:normAutofit/>
          </a:bodyPr>
          <a:lstStyle>
            <a:lvl1pPr>
              <a:lnSpc>
                <a:spcPct val="90000"/>
              </a:lnSpc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/>
          <a:lstStyle>
            <a:lvl1pPr algn="l">
              <a:defRPr/>
            </a:lvl1pPr>
          </a:lstStyle>
          <a:p>
            <a:fld id="{92BEA474-078D-4E9B-9B14-09A87B19DC46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3A98EE3D-8CD1-4C3F-BD1C-C98C9596463C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77118442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4907D986-8816-4272-A432-0437A28A9828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/>
          <a:lstStyle/>
          <a:p>
            <a:pPr algn="l"/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016137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fld id="{62D6E202-B606-4609-B914-27C9371A1F6D}" type="datetime1">
              <a:rPr lang="en-US" smtClean="0"/>
              <a:t>8/11/2026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fld id="{3A98EE3D-8CD1-4C3F-BD1C-C98C9596463C}" type="slidenum">
              <a:rPr lang="en-US" smtClean="0"/>
              <a:t>‹#›</a:t>
            </a:fld>
            <a:endParaRPr lang="en-US" dirty="0"/>
          </a:p>
        </p:txBody>
      </p:sp>
      <p:cxnSp>
        <p:nvCxnSpPr>
          <p:cNvPr id="10" name="Straight Connecto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5460309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themeOverride" Target="../theme/themeOverride1.xml"/><Relationship Id="rId4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Rectangle 32">
            <a:extLst>
              <a:ext uri="{FF2B5EF4-FFF2-40B4-BE49-F238E27FC236}">
                <a16:creationId xmlns:a16="http://schemas.microsoft.com/office/drawing/2014/main" id="{2FDF0794-1B86-42B2-B8C7-F60123E638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12188726" cy="6858975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pic>
        <p:nvPicPr>
          <p:cNvPr id="4" name="Picture 3" descr="A close up of a piece of paper with a pencil laying on top">
            <a:extLst>
              <a:ext uri="{FF2B5EF4-FFF2-40B4-BE49-F238E27FC236}">
                <a16:creationId xmlns:a16="http://schemas.microsoft.com/office/drawing/2014/main" id="{65810330-F0B5-43C9-BC34-094FFB5C0529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0" y="975"/>
            <a:ext cx="12191980" cy="6858000"/>
          </a:xfrm>
          <a:prstGeom prst="rect">
            <a:avLst/>
          </a:prstGeom>
        </p:spPr>
      </p:pic>
      <p:sp>
        <p:nvSpPr>
          <p:cNvPr id="35" name="Rectangle 34">
            <a:extLst>
              <a:ext uri="{FF2B5EF4-FFF2-40B4-BE49-F238E27FC236}">
                <a16:creationId xmlns:a16="http://schemas.microsoft.com/office/drawing/2014/main" id="{C5373426-E26E-431D-959C-5DB96C0B620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912607" y="1238442"/>
            <a:ext cx="3635926" cy="4355751"/>
          </a:xfrm>
          <a:prstGeom prst="rect">
            <a:avLst/>
          </a:prstGeom>
          <a:solidFill>
            <a:schemeClr val="bg1">
              <a:alpha val="8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Franklin Gothic Book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9AB2EA78-AEB3-469B-9025-3B17201A45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123416" y="1475234"/>
            <a:ext cx="3214307" cy="2901694"/>
          </a:xfrm>
        </p:spPr>
        <p:txBody>
          <a:bodyPr anchor="b">
            <a:normAutofit/>
          </a:bodyPr>
          <a:lstStyle/>
          <a:p>
            <a:r>
              <a:rPr lang="en-US" sz="4400" dirty="0">
                <a:solidFill>
                  <a:schemeClr val="tx1"/>
                </a:solidFill>
              </a:rPr>
              <a:t>Semantic Profiling</a:t>
            </a:r>
            <a:br>
              <a:rPr lang="en-US" sz="4400" dirty="0">
                <a:solidFill>
                  <a:schemeClr val="tx1"/>
                </a:solidFill>
              </a:rPr>
            </a:br>
            <a:endParaRPr lang="en-US" sz="4400" dirty="0">
              <a:solidFill>
                <a:schemeClr val="tx1"/>
              </a:solidFill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55E1F2F-E259-4EA8-9FFD-3A10AF54185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8127750" y="4608576"/>
            <a:ext cx="3205640" cy="774186"/>
          </a:xfrm>
        </p:spPr>
        <p:txBody>
          <a:bodyPr anchor="t">
            <a:normAutofit/>
          </a:bodyPr>
          <a:lstStyle/>
          <a:p>
            <a:pPr>
              <a:lnSpc>
                <a:spcPct val="100000"/>
              </a:lnSpc>
            </a:pPr>
            <a:r>
              <a:rPr lang="en-US" sz="1600" dirty="0"/>
              <a:t>By </a:t>
            </a:r>
            <a:r>
              <a:rPr lang="en-US" sz="1600" dirty="0" err="1"/>
              <a:t>C.Rama</a:t>
            </a:r>
            <a:r>
              <a:rPr lang="en-US" sz="1600" dirty="0"/>
              <a:t> </a:t>
            </a:r>
            <a:r>
              <a:rPr lang="en-US" sz="1600" dirty="0" err="1"/>
              <a:t>swaroop</a:t>
            </a:r>
            <a:endParaRPr lang="en-US" sz="1600" dirty="0"/>
          </a:p>
        </p:txBody>
      </p:sp>
      <p:cxnSp>
        <p:nvCxnSpPr>
          <p:cNvPr id="37" name="Straight Connector 36">
            <a:extLst>
              <a:ext uri="{FF2B5EF4-FFF2-40B4-BE49-F238E27FC236}">
                <a16:creationId xmlns:a16="http://schemas.microsoft.com/office/drawing/2014/main" id="{96D07482-83A3-4451-943C-B4696108295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176090" y="4508519"/>
            <a:ext cx="3108960" cy="0"/>
          </a:xfrm>
          <a:prstGeom prst="line">
            <a:avLst/>
          </a:prstGeom>
          <a:ln w="1905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9" name="Rectangle 38">
            <a:extLst>
              <a:ext uri="{FF2B5EF4-FFF2-40B4-BE49-F238E27FC236}">
                <a16:creationId xmlns:a16="http://schemas.microsoft.com/office/drawing/2014/main" id="{EDC90921-9082-491B-940E-827D679F347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rgbClr val="262626">
              <a:alpha val="95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</p:spTree>
    <p:extLst>
      <p:ext uri="{BB962C8B-B14F-4D97-AF65-F5344CB8AC3E}">
        <p14:creationId xmlns:p14="http://schemas.microsoft.com/office/powerpoint/2010/main" val="19314396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5AC86D3-8FD1-4F47-A319-7D0542E48B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5053493"/>
          </a:xfrm>
        </p:spPr>
        <p:txBody>
          <a:bodyPr vert="horz" lIns="91440" tIns="45720" rIns="91440" bIns="45720" rtlCol="0">
            <a:normAutofit fontScale="90000"/>
          </a:bodyPr>
          <a:lstStyle/>
          <a:p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Sematic Profiling is the process for to analyzing data , text , code or datasets is base on to understand what they really are and what they present 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>
                <a:solidFill>
                  <a:schemeClr val="tx1"/>
                </a:solidFill>
              </a:rPr>
              <a:t>as one liner : Understanding and Extracting meaning from data (or) meaning.</a:t>
            </a:r>
          </a:p>
        </p:txBody>
      </p:sp>
    </p:spTree>
    <p:extLst>
      <p:ext uri="{BB962C8B-B14F-4D97-AF65-F5344CB8AC3E}">
        <p14:creationId xmlns:p14="http://schemas.microsoft.com/office/powerpoint/2010/main" val="29335143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E3C81C2-3B14-F52B-0514-0A47FB00A4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: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967C800-11E7-3CCD-B00E-9A4DF5C8D0A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b="1" dirty="0"/>
              <a:t>"Apple released a new iPhone."</a:t>
            </a:r>
            <a:endParaRPr lang="en-IN" dirty="0"/>
          </a:p>
          <a:p>
            <a:r>
              <a:rPr lang="en-IN" dirty="0"/>
              <a:t>Semantic profiling identifies:</a:t>
            </a:r>
          </a:p>
          <a:p>
            <a:pPr lvl="0"/>
            <a:r>
              <a:rPr lang="en-IN" b="1" dirty="0"/>
              <a:t>Apple</a:t>
            </a:r>
            <a:r>
              <a:rPr lang="en-IN" dirty="0"/>
              <a:t> → company/organization </a:t>
            </a:r>
          </a:p>
          <a:p>
            <a:pPr lvl="0"/>
            <a:r>
              <a:rPr lang="en-IN" b="1" dirty="0"/>
              <a:t>released</a:t>
            </a:r>
            <a:r>
              <a:rPr lang="en-IN" dirty="0"/>
              <a:t> → action </a:t>
            </a:r>
          </a:p>
          <a:p>
            <a:pPr lvl="0"/>
            <a:r>
              <a:rPr lang="en-IN" b="1" dirty="0"/>
              <a:t>new iPhone</a:t>
            </a:r>
            <a:r>
              <a:rPr lang="en-IN" dirty="0"/>
              <a:t> → product </a:t>
            </a:r>
          </a:p>
          <a:p>
            <a:pPr lvl="0"/>
            <a:r>
              <a:rPr lang="en-IN" dirty="0"/>
              <a:t>Overall meaning → </a:t>
            </a:r>
            <a:r>
              <a:rPr lang="en-IN" b="1" dirty="0"/>
              <a:t>Apple launched a new product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8297659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A59B0D-2B54-2772-9D6F-00D9E885BE8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In NLP (Natural Language Processing)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36513A-59EF-98C9-0161-6BFD50B70D0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IN" dirty="0"/>
              <a:t>Semantic profiling can involve identifying:</a:t>
            </a:r>
          </a:p>
          <a:p>
            <a:pPr lvl="0"/>
            <a:r>
              <a:rPr lang="en-IN" b="1" dirty="0"/>
              <a:t>1.Meaning</a:t>
            </a:r>
            <a:r>
              <a:rPr lang="en-IN" dirty="0"/>
              <a:t> of words </a:t>
            </a:r>
          </a:p>
          <a:p>
            <a:pPr lvl="0"/>
            <a:r>
              <a:rPr lang="en-IN" b="1" dirty="0"/>
              <a:t>2.Relationships</a:t>
            </a:r>
            <a:r>
              <a:rPr lang="en-IN" dirty="0"/>
              <a:t> between words </a:t>
            </a:r>
          </a:p>
          <a:p>
            <a:pPr lvl="0"/>
            <a:r>
              <a:rPr lang="en-IN" b="1" dirty="0"/>
              <a:t>3.Entities</a:t>
            </a:r>
            <a:r>
              <a:rPr lang="en-IN" dirty="0"/>
              <a:t> — people, companies, places, products, etc. </a:t>
            </a:r>
          </a:p>
          <a:p>
            <a:pPr lvl="0"/>
            <a:r>
              <a:rPr lang="en-IN" b="1" dirty="0"/>
              <a:t>4.Context</a:t>
            </a:r>
            <a:r>
              <a:rPr lang="en-IN" dirty="0"/>
              <a:t> </a:t>
            </a:r>
          </a:p>
          <a:p>
            <a:pPr lvl="0"/>
            <a:r>
              <a:rPr lang="en-IN" b="1" dirty="0"/>
              <a:t>5.Intent</a:t>
            </a:r>
            <a:r>
              <a:rPr lang="en-IN" dirty="0"/>
              <a:t> behind a sentence </a:t>
            </a:r>
          </a:p>
          <a:p>
            <a:pPr lvl="0"/>
            <a:r>
              <a:rPr lang="en-IN" b="1"/>
              <a:t>6.Sentiment</a:t>
            </a:r>
            <a:r>
              <a:rPr lang="en-IN"/>
              <a:t> </a:t>
            </a:r>
            <a:r>
              <a:rPr lang="en-IN" dirty="0"/>
              <a:t>— positive, negative, neutral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39034483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40EEE0-EE50-857B-83A0-848BAE321B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024C04A-BEF0-CD64-FED3-727D62E8532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lang="en-IN" b="1" dirty="0"/>
              <a:t>Example</a:t>
            </a:r>
          </a:p>
          <a:p>
            <a:r>
              <a:rPr lang="en-IN" dirty="0"/>
              <a:t>Text:</a:t>
            </a:r>
          </a:p>
          <a:p>
            <a:r>
              <a:rPr lang="en-IN" dirty="0"/>
              <a:t>"I loved the movie. The acting was excellent!"</a:t>
            </a:r>
          </a:p>
          <a:p>
            <a:r>
              <a:rPr lang="en-IN" dirty="0"/>
              <a:t>Semantic profile:</a:t>
            </a:r>
          </a:p>
          <a:p>
            <a:pPr lvl="0"/>
            <a:r>
              <a:rPr lang="en-IN" dirty="0"/>
              <a:t>Topic → </a:t>
            </a:r>
            <a:r>
              <a:rPr lang="en-IN" b="1" dirty="0"/>
              <a:t>Movie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Sentiment → </a:t>
            </a:r>
            <a:r>
              <a:rPr lang="en-IN" b="1" dirty="0"/>
              <a:t>Positive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Opinion → </a:t>
            </a:r>
            <a:r>
              <a:rPr lang="en-IN" b="1" dirty="0"/>
              <a:t>Loved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Attribute → </a:t>
            </a:r>
            <a:r>
              <a:rPr lang="en-IN" b="1" dirty="0"/>
              <a:t>Acting</a:t>
            </a:r>
            <a:r>
              <a:rPr lang="en-IN" dirty="0"/>
              <a:t> </a:t>
            </a:r>
          </a:p>
          <a:p>
            <a:pPr lvl="0"/>
            <a:r>
              <a:rPr lang="en-IN" dirty="0"/>
              <a:t>Evaluation → </a:t>
            </a:r>
            <a:r>
              <a:rPr lang="en-IN" b="1" dirty="0"/>
              <a:t>Excellent</a:t>
            </a: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9264398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D8B4E-F4B9-E306-EAF3-864ACD6BC58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Semantic Profiling in words frequency by graph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CB2E8613-B478-3DCB-A335-D2E6D36BFB5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714591" y="2108200"/>
            <a:ext cx="6823143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39107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F67EF69-07E9-6A5C-E21D-A6FE0CF156D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Semantic profiling by sentiments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17BCB319-D1F8-C04D-2A7E-D1D8294024D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478261" y="2108200"/>
            <a:ext cx="5295803" cy="376078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039885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09EF135-87FD-CE3B-F877-D2F6FDBCB2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Semantic Profiling by tree relationship</a:t>
            </a:r>
          </a:p>
        </p:txBody>
      </p:sp>
      <p:pic>
        <p:nvPicPr>
          <p:cNvPr id="5" name="Content Placeholder 4">
            <a:extLst>
              <a:ext uri="{FF2B5EF4-FFF2-40B4-BE49-F238E27FC236}">
                <a16:creationId xmlns:a16="http://schemas.microsoft.com/office/drawing/2014/main" id="{EDE5B619-776F-9D83-1E18-7108D6A80301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287832" y="2108200"/>
            <a:ext cx="5676661" cy="3760788"/>
          </a:xfrm>
          <a:prstGeom prst="rect">
            <a:avLst/>
          </a:prstGeom>
          <a:ln w="127000" cap="sq">
            <a:solidFill>
              <a:srgbClr val="000000"/>
            </a:solidFill>
            <a:miter lim="800000"/>
          </a:ln>
          <a:effectLst>
            <a:outerShdw blurRad="57150" dist="50800" dir="27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420532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9DA61E-1864-4F9A-F0BC-949A7EA45A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dirty="0"/>
              <a:t>Example  |Tree representation by code|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B16CCE-C48A-955F-F3D6-AB55B549E9C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0000" lnSpcReduction="20000"/>
          </a:bodyPr>
          <a:lstStyle/>
          <a:p>
            <a:r>
              <a:rPr lang="en-IN" dirty="0"/>
              <a:t>“I love this phone. The camera is excellent, but the battery is poor.”</a:t>
            </a:r>
            <a:br>
              <a:rPr lang="en-IN" dirty="0"/>
            </a:br>
            <a:br>
              <a:rPr lang="en-IN" dirty="0"/>
            </a:br>
            <a:br>
              <a:rPr lang="en-IN" dirty="0"/>
            </a:br>
            <a:r>
              <a:rPr lang="en-IN" dirty="0"/>
              <a:t>Phone Review</a:t>
            </a:r>
          </a:p>
          <a:p>
            <a:r>
              <a:rPr lang="en-IN" dirty="0"/>
              <a:t>├── Camera</a:t>
            </a:r>
          </a:p>
          <a:p>
            <a:r>
              <a:rPr lang="en-IN" dirty="0"/>
              <a:t>│   └── Excellent</a:t>
            </a:r>
          </a:p>
          <a:p>
            <a:r>
              <a:rPr lang="en-IN" dirty="0"/>
              <a:t>├── Display</a:t>
            </a:r>
          </a:p>
          <a:p>
            <a:r>
              <a:rPr lang="en-IN" dirty="0"/>
              <a:t>│   └── Beautiful</a:t>
            </a:r>
          </a:p>
          <a:p>
            <a:r>
              <a:rPr lang="en-IN" dirty="0"/>
              <a:t>├── Battery</a:t>
            </a:r>
          </a:p>
          <a:p>
            <a:r>
              <a:rPr lang="en-IN" dirty="0"/>
              <a:t>│   └── Poor</a:t>
            </a:r>
          </a:p>
          <a:p>
            <a:r>
              <a:rPr lang="en-IN" dirty="0"/>
              <a:t>└── Performance</a:t>
            </a:r>
          </a:p>
          <a:p>
            <a:r>
              <a:rPr lang="en-IN" dirty="0"/>
              <a:t>    └── Very Good</a:t>
            </a:r>
          </a:p>
        </p:txBody>
      </p:sp>
    </p:spTree>
    <p:extLst>
      <p:ext uri="{BB962C8B-B14F-4D97-AF65-F5344CB8AC3E}">
        <p14:creationId xmlns:p14="http://schemas.microsoft.com/office/powerpoint/2010/main" val="2368191636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">
  <a:themeElements>
    <a:clrScheme name="Custom 34">
      <a:dk1>
        <a:sysClr val="windowText" lastClr="000000"/>
      </a:dk1>
      <a:lt1>
        <a:sysClr val="window" lastClr="FFFFFF"/>
      </a:lt1>
      <a:dk2>
        <a:srgbClr val="39302A"/>
      </a:dk2>
      <a:lt2>
        <a:srgbClr val="E5DEDB"/>
      </a:lt2>
      <a:accent1>
        <a:srgbClr val="EC7016"/>
      </a:accent1>
      <a:accent2>
        <a:srgbClr val="F8931D"/>
      </a:accent2>
      <a:accent3>
        <a:srgbClr val="CE8D3E"/>
      </a:accent3>
      <a:accent4>
        <a:srgbClr val="E64823"/>
      </a:accent4>
      <a:accent5>
        <a:srgbClr val="FFCA08"/>
      </a:accent5>
      <a:accent6>
        <a:srgbClr val="9C6A6A"/>
      </a:accent6>
      <a:hlink>
        <a:srgbClr val="2998E3"/>
      </a:hlink>
      <a:folHlink>
        <a:srgbClr val="7F723D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VTI" id="{F5B7AB07-F859-4656-A1C1-DAFCFA0ACA4B}" vid="{A6E2497D-935A-4CFD-B9FD-6DCB15FA68BF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ppt/theme/themeOverride2.xml><?xml version="1.0" encoding="utf-8"?>
<a:themeOverride xmlns:a="http://schemas.openxmlformats.org/drawingml/2006/main">
  <a:clrScheme name="Parcel">
    <a:dk1>
      <a:srgbClr val="000000"/>
    </a:dk1>
    <a:lt1>
      <a:srgbClr val="FFFFFF"/>
    </a:lt1>
    <a:dk2>
      <a:srgbClr val="4A5356"/>
    </a:dk2>
    <a:lt2>
      <a:srgbClr val="E8E3CE"/>
    </a:lt2>
    <a:accent1>
      <a:srgbClr val="F6A21D"/>
    </a:accent1>
    <a:accent2>
      <a:srgbClr val="9BAFB5"/>
    </a:accent2>
    <a:accent3>
      <a:srgbClr val="C96731"/>
    </a:accent3>
    <a:accent4>
      <a:srgbClr val="9CA383"/>
    </a:accent4>
    <a:accent5>
      <a:srgbClr val="87795D"/>
    </a:accent5>
    <a:accent6>
      <a:srgbClr val="A0988C"/>
    </a:accent6>
    <a:hlink>
      <a:srgbClr val="00B0F0"/>
    </a:hlink>
    <a:folHlink>
      <a:srgbClr val="738F97"/>
    </a:folHlink>
  </a:clrScheme>
</a:themeOverrid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Status xmlns="71af3243-3dd4-4a8d-8c0d-dd76da1f02a5">Not started</Status>
    <MediaServiceKeyPoints xmlns="71af3243-3dd4-4a8d-8c0d-dd76da1f02a5" xsi:nil="true"/>
    <_ip_UnifiedCompliancePolicyUIAction xmlns="http://schemas.microsoft.com/sharepoint/v3" xsi:nil="true"/>
    <Image xmlns="71af3243-3dd4-4a8d-8c0d-dd76da1f02a5">
      <Url xsi:nil="true"/>
      <Description xsi:nil="true"/>
    </Image>
    <Background xmlns="71af3243-3dd4-4a8d-8c0d-dd76da1f02a5">false</Background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</documentManagement>
</p:properties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7" ma:contentTypeDescription="Create a new document." ma:contentTypeScope="" ma:versionID="c6f9a84f66a9c8b9a21755b9ffafb945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27df39e3e7036dff54f89ddd5805ce72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A03EEFF0-FB57-4CB4-8BFC-DF397689E2ED}">
  <ds:schemaRefs>
    <ds:schemaRef ds:uri="http://schemas.microsoft.com/office/2006/metadata/properties"/>
    <ds:schemaRef ds:uri="http://schemas.microsoft.com/office/infopath/2007/PartnerControls"/>
    <ds:schemaRef ds:uri="71af3243-3dd4-4a8d-8c0d-dd76da1f02a5"/>
    <ds:schemaRef ds:uri="http://schemas.microsoft.com/sharepoint/v3"/>
    <ds:schemaRef ds:uri="230e9df3-be65-4c73-a93b-d1236ebd677e"/>
  </ds:schemaRefs>
</ds:datastoreItem>
</file>

<file path=customXml/itemProps2.xml><?xml version="1.0" encoding="utf-8"?>
<ds:datastoreItem xmlns:ds="http://schemas.openxmlformats.org/officeDocument/2006/customXml" ds:itemID="{AA3F7EDC-E5B4-4BBC-9D2A-CBE6D46C37AD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D2957789-34B8-480C-AF9B-3EB54B9E5C96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microsoft.com/sharepoint/v3"/>
    <ds:schemaRef ds:uri="71af3243-3dd4-4a8d-8c0d-dd76da1f02a5"/>
    <ds:schemaRef ds:uri="16c05727-aa75-4e4a-9b5f-8a80a1165891"/>
    <ds:schemaRef ds:uri="230e9df3-be65-4c73-a93b-d1236ebd677e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{AC8F84C2-F8B8-4EA9-AFDD-672B48A56097}TFb63a7776-4452-49b2-8055-21efce632b726e3c8758_win32-7d1db0309ca7</Template>
  <TotalTime>21</TotalTime>
  <Words>245</Words>
  <Application>Microsoft Office PowerPoint</Application>
  <PresentationFormat>Widescreen</PresentationFormat>
  <Paragraphs>43</Paragraphs>
  <Slides>9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Bookman Old Style</vt:lpstr>
      <vt:lpstr>Calibri</vt:lpstr>
      <vt:lpstr>Franklin Gothic Book</vt:lpstr>
      <vt:lpstr>Custom</vt:lpstr>
      <vt:lpstr>Semantic Profiling </vt:lpstr>
      <vt:lpstr>    Sematic Profiling is the process for to analyzing data , text , code or datasets is base on to understand what they really are and what they present  as one liner : Understanding and Extracting meaning from data (or) meaning.</vt:lpstr>
      <vt:lpstr>Example :</vt:lpstr>
      <vt:lpstr>In NLP (Natural Language Processing)</vt:lpstr>
      <vt:lpstr>Example</vt:lpstr>
      <vt:lpstr>Semantic Profiling in words frequency by graph</vt:lpstr>
      <vt:lpstr>Semantic profiling by sentiments</vt:lpstr>
      <vt:lpstr>Semantic Profiling by tree relationship</vt:lpstr>
      <vt:lpstr>Example  |Tree representation by code|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Swaroop Cherukuri</dc:creator>
  <cp:lastModifiedBy>Swaroop Cherukuri</cp:lastModifiedBy>
  <cp:revision>2</cp:revision>
  <dcterms:created xsi:type="dcterms:W3CDTF">2026-08-11T05:58:05Z</dcterms:created>
  <dcterms:modified xsi:type="dcterms:W3CDTF">2026-08-11T06:19:40Z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</Properties>
</file>